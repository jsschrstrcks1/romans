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Romans 11:11–32</a:t>
            </a:r>
          </a:p>
          <a:p>
            <a:r>
              <a:t>Grafted by Grace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Mercy That Humbles, Mercy That Sends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Israel’s stumbling is not final.</a:t>
            </a:r>
          </a:p>
          <a:p>
            <a:r>
              <a:t>Through their trespass, salvation comes to the nations.</a:t>
            </a:r>
          </a:p>
          <a:p>
            <a:r>
              <a:t>God warns Gentiles against arrogance and calls the church to humility, gratitude, and mission.</a:t>
            </a:r>
          </a:p>
          <a:p/>
          <a:p>
            <a:r>
              <a:t>(Next Slide → Point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A Stumble Allowed — Salvation to the Nations (vv.11–12)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Thoughts:</a:t>
            </a:r>
          </a:p>
          <a:p>
            <a:r>
              <a:t>• Israel’s stumble is real, but not ruin.</a:t>
            </a:r>
          </a:p>
          <a:p>
            <a:r>
              <a:t>• God bends their trespass into mercy for the nations.</a:t>
            </a:r>
          </a:p>
          <a:p>
            <a:r>
              <a:t>• Their future inclusion promises greater blessing.</a:t>
            </a:r>
          </a:p>
          <a:p/>
          <a:p>
            <a:r>
              <a:t>(Next Slide → μὴ γένοιτο)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μὴ γένοιτο — mē genoito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Meaning: “Absolutely not! May it never be!”</a:t>
            </a:r>
          </a:p>
          <a:p>
            <a:r>
              <a:t>Paul’s strongest possible rejection of an idea.</a:t>
            </a:r>
          </a:p>
          <a:p/>
          <a:p>
            <a:r>
              <a:t>(Next Slide → Point 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Arousing Jealousy — Divine Provocation (vv.13–16)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Thoughts:</a:t>
            </a:r>
          </a:p>
          <a:p>
            <a:r>
              <a:t>• Gentile salvation is meant to stir Israel awake.</a:t>
            </a:r>
          </a:p>
          <a:p>
            <a:r>
              <a:t>• Paul magnifies his ministry for their salvation.</a:t>
            </a:r>
          </a:p>
          <a:p>
            <a:r>
              <a:t>• Grace is contagious—holy jealousy draws people to Christ.</a:t>
            </a:r>
          </a:p>
          <a:p/>
          <a:p>
            <a:r>
              <a:t>(Next Slide → Holy Root)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Holy Root (v.16)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wild branches grafted into a holy root.</a:t>
            </a:r>
          </a:p>
          <a:p>
            <a:r>
              <a:t>The covenant promises to Abraham, Isaac, Jacob feed us.</a:t>
            </a:r>
          </a:p>
          <a:p>
            <a:r>
              <a:t>No room for arrogance.</a:t>
            </a:r>
          </a:p>
          <a:p/>
          <a:p>
            <a:r>
              <a:t>(Next Slide → Point 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A Warning to the Wild Branches (vv.17–24)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Thoughts:</a:t>
            </a:r>
          </a:p>
          <a:p>
            <a:r>
              <a:t>• Do not become proud—fear.</a:t>
            </a:r>
          </a:p>
          <a:p>
            <a:r>
              <a:t>• The same unbelief that cut Israel off can harden us.</a:t>
            </a:r>
          </a:p>
          <a:p>
            <a:r>
              <a:t>• Our mouths often reveal the pride in our hearts.</a:t>
            </a:r>
          </a:p>
          <a:p/>
          <a:p>
            <a:r>
              <a:t>(Next Slide → Ephesians 4:29)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Ephesians 4:29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“Let no corrupting talk come out of your mouths, but only such as is good for building up…”</a:t>
            </a:r>
          </a:p>
          <a:p>
            <a:r>
              <a:t>Our speech must reveal the holiness of the One who redeemed us.</a:t>
            </a:r>
          </a:p>
          <a:p/>
          <a:p>
            <a:r>
              <a:t>(Next Slide → Point 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A Mystery Revealed — Mercy for All Peoples (vv.25–32)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Thoughts:</a:t>
            </a:r>
          </a:p>
          <a:p>
            <a:r>
              <a:t>• A partial hardening on Israel—temporary, purposeful.</a:t>
            </a:r>
          </a:p>
          <a:p>
            <a:r>
              <a:t>• Fullness of the Gentiles.</a:t>
            </a:r>
          </a:p>
          <a:p>
            <a:r>
              <a:t>• Future restoration of Israel.</a:t>
            </a:r>
          </a:p>
          <a:p>
            <a:r>
              <a:t>• Mercy for all—Jew and Gentile alike.</a:t>
            </a:r>
          </a:p>
          <a:p/>
          <a:p>
            <a:r>
              <a:t>(Next Slide → Isaiah 53)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Isaiah 53 — The Suffering Servant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 bore our griefs.</a:t>
            </a:r>
          </a:p>
          <a:p>
            <a:r>
              <a:t>He carried our sorrows.</a:t>
            </a:r>
          </a:p>
          <a:p>
            <a:r>
              <a:t>Pierced for our transgressions.</a:t>
            </a:r>
          </a:p>
          <a:p>
            <a:r>
              <a:t>Crushed for our iniquities.</a:t>
            </a:r>
          </a:p>
          <a:p>
            <a:r>
              <a:t>By His wounds we are healed.</a:t>
            </a:r>
          </a:p>
          <a:p/>
          <a:p>
            <a:r>
              <a:t>(Next Slide → Doxology)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Romans 11:33–36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“Oh, the depth of the riches and wisdom and knowledge of God!”</a:t>
            </a:r>
          </a:p>
          <a:p>
            <a:r>
              <a:t>A worshipful crescendo to God’s mercy.</a:t>
            </a:r>
          </a:p>
          <a:p/>
          <a:p>
            <a:r>
              <a:t>(Next Slide → Final Exhortation)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Exhortation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God’s mercy humbles us.</a:t>
            </a:r>
          </a:p>
          <a:p>
            <a:r>
              <a:t>God’s mercy steadies us.</a:t>
            </a:r>
          </a:p>
          <a:p>
            <a:r>
              <a:t>God’s mercy sends us.</a:t>
            </a:r>
          </a:p>
          <a:p/>
          <a:p>
            <a:r>
              <a:t>(End)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