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— Setting Our Eyes on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Text: Romans 6:15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People Group of the Week: Libyan Arabs of Libya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Population: ~1,626,000 — only ~650 believers (0.04%)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Primary religion: Sunni Islam — restricted access to the Gospel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Pray for: Revelation through dreams/visions, open doors, unity &amp; courage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from Last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Last week: When grace reigns, sin cannot — the old master is dethroned.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Today: Paul sharpens the question: not if you’ll serve, but whom.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 — Grace Exposes Your Master (Romans 6:15–16)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Paul's question: 'Are we to sin because we are not under law but under grace?' — Absolutely not! (μὴ γένοιτο)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Obedience reveals your true master: sin → death, obedience → righteousness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Your obedience is your banner — no middle ground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Mercy exposes wrong allegiance and invites rebels into freedom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Greek Word: δοῦλος (doulos)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Meaning: Bondservant, slave — one completely owned and obligated to serve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Highlights total allegiance and ownership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The believer is not partially free, but wholly under Christ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