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War Within: Why the Christian Still Struggles with Sin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Romans 7:14–25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– The Apostle’s Honesty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Paul confesses: 'For I do not do the good I want, but the evil I do not want is what I keep on doing' (Romans 7:19, ESV).</a:t>
            </a:r>
          </a:p>
          <a:p/>
          <a:p>
            <a:r>
              <a:t>Scripture is honest about its people—David, Noah, Peter, Paul.</a:t>
            </a:r>
          </a:p>
          <a:p>
            <a:r>
              <a:t>Struggle with sin is normal for the Christian, but calls us to watchfulness and striving toward Christ.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I. The Flow of Romans – From Righteousness to Warfare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Romans 3 – 'None is righteous, no not one.'</a:t>
            </a:r>
          </a:p>
          <a:p>
            <a:r>
              <a:t>• Romans 4 – Abraham justified by faith.</a:t>
            </a:r>
          </a:p>
          <a:p>
            <a:r>
              <a:t>• Romans 5 – Peace with God, access to grace.</a:t>
            </a:r>
          </a:p>
          <a:p>
            <a:r>
              <a:t>• Romans 6 – Dead to sin, alive in Christ.</a:t>
            </a:r>
          </a:p>
          <a:p>
            <a:r>
              <a:t>• Romans 7 – Daily struggle: sanctification is war.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II. The Law’s Goodness and Our Flesh’s Weakness (vv. 14–16)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law is spiritual, holy, and good.</a:t>
            </a:r>
          </a:p>
          <a:p>
            <a:r>
              <a:t>• The problem is not the law—it is us.</a:t>
            </a:r>
          </a:p>
          <a:p>
            <a:r>
              <a:t>• 'The seed of every sin known to man is in my heart.' – Robert Murray M’Cheyne</a:t>
            </a:r>
          </a:p>
          <a:p>
            <a:r>
              <a:t>• 1689 Confession: The moral law binds all; Christ strengthens, not dissolves this obligation.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III. The War Within (vv. 17–20)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Hypocrites hide sin; saints confess and grieve sin.</a:t>
            </a:r>
          </a:p>
          <a:p>
            <a:r>
              <a:t>• Pilgrim’s Progress: Christian’s journey through Vanity Fair, Hill of Difficulty, Doubting Castle.</a:t>
            </a:r>
          </a:p>
          <a:p>
            <a:r>
              <a:t>• Spurgeon: 'The old nature does not die at once. The conflict is inevitable.'</a:t>
            </a:r>
          </a:p>
          <a:p>
            <a:r>
              <a:t>• 1689 Confession: Sanctification brings 'a continual and irreconcilable war.'</a:t>
            </a:r>
          </a:p>
          <a:p>
            <a:r>
              <a:t>• Dead men don’t wrestle—struggle is proof of life.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IV. The Victory in Christ (v. 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'Wretched man that I am! Who will deliver me?' – 'Thanks be to God through Jesus Christ our Lord!'</a:t>
            </a:r>
          </a:p>
          <a:p>
            <a:r>
              <a:t>• Struggle remains, but victory is sure.</a:t>
            </a:r>
          </a:p>
          <a:p>
            <a:r>
              <a:t>• BF&amp;M 2000: Sanctification is by the Spirit’s presence and power.</a:t>
            </a:r>
          </a:p>
          <a:p>
            <a:r>
              <a:t>• Christ’s obedience is ours (Rom. 5).</a:t>
            </a:r>
          </a:p>
          <a:p>
            <a:r>
              <a:t>• His death freed us from sin (Rom. 6).</a:t>
            </a:r>
          </a:p>
          <a:p>
            <a:r>
              <a:t>• His Spirit empowers us (Rom. 8).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To the struggling saint: Struggle is proof of life. Christ will finish what He started (Phil. 1:6).</a:t>
            </a:r>
          </a:p>
          <a:p>
            <a:r>
              <a:t>2. To the complacent: Beware. If Paul cried out, so must we.</a:t>
            </a:r>
          </a:p>
          <a:p>
            <a:r>
              <a:t>3. To the skeptic: Christianity is not pretending to be perfect, but clinging to a perfect Savior.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– From War to Glory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Romans 3 – Our guilt.</a:t>
            </a:r>
          </a:p>
          <a:p>
            <a:r>
              <a:t>• Romans 4 – Faith like Abraham.</a:t>
            </a:r>
          </a:p>
          <a:p>
            <a:r>
              <a:t>• Romans 5 – Peace with God.</a:t>
            </a:r>
          </a:p>
          <a:p>
            <a:r>
              <a:t>• Romans 6 – Freedom from sin.</a:t>
            </a:r>
          </a:p>
          <a:p>
            <a:r>
              <a:t>• Romans 7 – Struggle remains.</a:t>
            </a:r>
          </a:p>
          <a:p>
            <a:r>
              <a:t>• Romans 8 – Assurance in the Spirit.</a:t>
            </a:r>
          </a:p>
          <a:p/>
          <a:p>
            <a:r>
              <a:t>The war is real, but the victory is secure in Christ.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