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Point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μὴ γένοιτο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Point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Grafting Img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Holy Root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Point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Eph 4:29 Graphic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Point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Isaiah 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Doxology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→ 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sermon.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Romans 11:11–32</a:t>
            </a:r>
          </a:p>
          <a:p>
            <a:r>
              <a:t>Grafted by Grace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Mercy That Humbles, Mercy That Sends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Israel’s stumbling is not final.</a:t>
            </a:r>
          </a:p>
          <a:p>
            <a:r>
              <a:t>Through their trespass salvation comes to the nations.</a:t>
            </a:r>
          </a:p>
          <a:p>
            <a:r>
              <a:t>Humility • Gratitude • 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A Stumble Allowed — Salvation to the 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Israel’s stumble is not ruin.</a:t>
            </a:r>
          </a:p>
          <a:p>
            <a:r>
              <a:t>God bends their trespass into mercy.</a:t>
            </a:r>
          </a:p>
          <a:p>
            <a:r>
              <a:t>Greater blessing in future inclusion.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μὴ γένοιτο — mē genoito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Meaning: “Absolutely not! May it never be!”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Map: Israel &amp; the 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Gospel movement and inclusion of Gentiles</a:t>
            </a:r>
          </a:p>
        </p:txBody>
      </p:sp>
      <p:pic>
        <p:nvPicPr>
          <p:cNvPr id="4" name="Picture 3" descr="map_isra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Arousing Jealousy — Divine 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Gentile mercy stirs Israel.</a:t>
            </a:r>
          </a:p>
          <a:p>
            <a:r>
              <a:t>Paul magnifies ministry.</a:t>
            </a:r>
          </a:p>
          <a:p>
            <a:r>
              <a:t>Grace is contagious.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Olive Tree Grafting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Wild branches grafted into holy root.</a:t>
            </a:r>
          </a:p>
        </p:txBody>
      </p:sp>
      <p:pic>
        <p:nvPicPr>
          <p:cNvPr id="4" name="Picture 3" descr="graf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Holy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Covenant promises anchor us.</a:t>
            </a:r>
          </a:p>
          <a:p>
            <a:r>
              <a:t>No room for arrogance.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Warning to the Wild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become proud.</a:t>
            </a:r>
          </a:p>
          <a:p>
            <a:r>
              <a:t>Same unbelief can harden Gentiles.</a:t>
            </a:r>
          </a:p>
          <a:p>
            <a:r>
              <a:t>Speech reveals the heart.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Ephesians 4:29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Corrupt vs Edifying Speech</a:t>
            </a:r>
          </a:p>
        </p:txBody>
      </p:sp>
      <p:pic>
        <p:nvPicPr>
          <p:cNvPr id="4" name="Picture 3" descr="fruit_spe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A Mystery Revealed — Mercy for All Peoples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Partial hardening.</a:t>
            </a:r>
          </a:p>
          <a:p>
            <a:r>
              <a:t>Fullness of Gentiles.</a:t>
            </a:r>
          </a:p>
          <a:p>
            <a:r>
              <a:t>Future salvation of Israel.</a:t>
            </a:r>
          </a:p>
          <a:p>
            <a:r>
              <a:t>Mercy for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Isaiah 53 — The Suffering Servant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 bore griefs, carried sorrows, pierced for us.</a:t>
            </a:r>
          </a:p>
        </p:txBody>
      </p:sp>
      <p:pic>
        <p:nvPicPr>
          <p:cNvPr id="4" name="Picture 3" descr="isa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Romans 11:33–36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Oh, the depth of the riches and wisdom and knowledge of God!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into all the world.</a:t>
            </a:r>
          </a:p>
          <a:p>
            <a:r>
              <a:t>GO speak with holy speech.</a:t>
            </a:r>
          </a:p>
          <a:p>
            <a:r>
              <a:t>GO love Israel and the nations.</a:t>
            </a:r>
          </a:p>
          <a:p>
            <a:r>
              <a:t>GO in humility.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